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jHSu6z7+TMTlYZG8ITCJENE9F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301A6A-B027-4F7F-A771-28BA11F3C0A4}">
  <a:tblStyle styleId="{DC301A6A-B027-4F7F-A771-28BA11F3C0A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15ebd544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15ebd54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840699" y="687480"/>
            <a:ext cx="560562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no-NO" sz="3000"/>
              <a:t>NestGPT: AI for Finding Housing Abroad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852321" y="2227943"/>
            <a:ext cx="5033221" cy="3788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no-NO" sz="2100"/>
              <a:t>Wyatt Wilson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no-NO" sz="2100"/>
              <a:t>Ella Opkvitne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no-NO" sz="2100"/>
              <a:t>Ethan Moldenhauer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no-NO" sz="2100"/>
              <a:t>Jacob Magluyan</a:t>
            </a:r>
            <a:endParaRPr/>
          </a:p>
          <a:p>
            <a:pPr indent="-20955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100"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no-NO" sz="2100"/>
              <a:t>MAE301 – AI Startup Project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no-NO" sz="2100"/>
              <a:t>Spring 2026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no-NO" sz="2100"/>
              <a:t>Helping people confidently relocate internationally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5649254" y="1888797"/>
            <a:ext cx="3080400" cy="3080400"/>
          </a:xfrm>
          <a:prstGeom prst="ellipse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2161" y="2451711"/>
            <a:ext cx="1954575" cy="195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no-NO"/>
              <a:t>Finding housing abroad is difficult: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no-NO"/>
              <a:t>Different housing laws and rental procedures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no-NO"/>
              <a:t>Language barriers with landlords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no-NO"/>
              <a:t>Confusing visa and residency requirements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no-NO"/>
              <a:t>Scattered or unreliable information online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no-NO"/>
              <a:t>Moving abroad should be exciting — not confusing and stressful.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Now?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no-NO"/>
              <a:t>Global mobility is increasing:</a:t>
            </a:r>
            <a:endParaRPr/>
          </a:p>
          <a:p>
            <a:pPr indent="-3581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no-NO"/>
              <a:t>Remote work allows people to live anywhere</a:t>
            </a:r>
            <a:endParaRPr/>
          </a:p>
          <a:p>
            <a:pPr indent="-3581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no-NO"/>
              <a:t>International study programs are expanding</a:t>
            </a:r>
            <a:endParaRPr/>
          </a:p>
          <a:p>
            <a:pPr indent="-3581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no-NO"/>
              <a:t>Digital nomad visas</a:t>
            </a:r>
            <a:endParaRPr/>
          </a:p>
          <a:p>
            <a:pPr indent="-3581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no-NO"/>
              <a:t>Global migration is increasing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581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no-NO"/>
              <a:t>AI and large language models can now help organize and explain complex international regulations.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Google Shape;105;g3d15ebd5446_0_0"/>
          <p:cNvGraphicFramePr/>
          <p:nvPr/>
        </p:nvGraphicFramePr>
        <p:xfrm>
          <a:off x="368775" y="43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{DC301A6A-B027-4F7F-A771-28BA11F3C0A4}</a:tableStyleId>
              </a:tblPr>
              <a:tblGrid>
                <a:gridCol w="817225"/>
                <a:gridCol w="1636850"/>
                <a:gridCol w="1453825"/>
                <a:gridCol w="1262175"/>
                <a:gridCol w="1567100"/>
                <a:gridCol w="1669250"/>
              </a:tblGrid>
              <a:tr h="530150">
                <a:tc gridSpan="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-NO" sz="2500">
                          <a:solidFill>
                            <a:srgbClr val="1F1F1F"/>
                          </a:solidFill>
                        </a:rPr>
                        <a:t>US Emigration (2020-2026)</a:t>
                      </a:r>
                      <a:endParaRPr b="1" sz="25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894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Year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U.S. Population (Jan 1st Est.)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Estimated Emigrants (Gross)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Percent of Population Emigrating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Est. Students / Early-Career Job Seekers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Percent of Emigrants who are Students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-NO" sz="1600">
                          <a:solidFill>
                            <a:srgbClr val="1F1F1F"/>
                          </a:solidFill>
                        </a:rPr>
                        <a:t>2020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331.5 Million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~190,000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~0.05%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~25,000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~13.16%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-NO" sz="1600">
                          <a:solidFill>
                            <a:srgbClr val="1F1F1F"/>
                          </a:solidFill>
                        </a:rPr>
                        <a:t>2021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332.0 Million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~240,000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~0.07%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~35,000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~14.58%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-NO" sz="1600">
                          <a:solidFill>
                            <a:srgbClr val="1F1F1F"/>
                          </a:solidFill>
                        </a:rPr>
                        <a:t>2022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333.3 Million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~450,000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~0.14%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~95,000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~21.11%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-NO" sz="1600">
                          <a:solidFill>
                            <a:srgbClr val="1F1F1F"/>
                          </a:solidFill>
                        </a:rPr>
                        <a:t>2023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334.9 Million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~490,000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~0.14%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~105,000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~21.43%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-NO" sz="1600">
                          <a:solidFill>
                            <a:srgbClr val="1F1F1F"/>
                          </a:solidFill>
                        </a:rPr>
                        <a:t>2024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341.8 Million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~520,000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~0.15%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~115,000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~22.14%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29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-NO" sz="1600">
                          <a:solidFill>
                            <a:srgbClr val="1F1F1F"/>
                          </a:solidFill>
                        </a:rPr>
                        <a:t>2025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343.6 Million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~2,200,000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~0.64%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~240,000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~10.91%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29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-NO" sz="1600">
                          <a:solidFill>
                            <a:srgbClr val="1F1F1F"/>
                          </a:solidFill>
                        </a:rPr>
                        <a:t>*</a:t>
                      </a:r>
                      <a:r>
                        <a:rPr b="1" lang="no-NO" sz="1600">
                          <a:solidFill>
                            <a:srgbClr val="1F1F1F"/>
                          </a:solidFill>
                        </a:rPr>
                        <a:t>2026*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349.0 Million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~2,500,000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~0.72%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~280,000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1600">
                          <a:solidFill>
                            <a:srgbClr val="1F1F1F"/>
                          </a:solidFill>
                        </a:rPr>
                        <a:t>~11.20%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Solution: NestGPT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457200" y="1166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An AI-powered relocation assistant that helps users understand housing requirements abroad.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no-NO"/>
              <a:t>NestGPT provides: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Rental laws and housing rule explanations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Visa and residency information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Cost-of-living and rent estimates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Communication help with landlords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Personalized relocation guidance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AI?</a:t>
            </a:r>
            <a:endParaRPr/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457200" y="141763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318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no-NO"/>
              <a:t>Traditional websites provide static information.</a:t>
            </a:r>
            <a:endParaRPr/>
          </a:p>
          <a:p>
            <a:pPr indent="-3581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no-NO"/>
              <a:t>NestGPT analyzes your personal situation.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no-NO"/>
              <a:t>NestGPT uses AI to:</a:t>
            </a:r>
            <a:endParaRPr/>
          </a:p>
          <a:p>
            <a:pPr indent="-3581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no-NO"/>
              <a:t>Analyze housing and legal documents</a:t>
            </a:r>
            <a:endParaRPr/>
          </a:p>
          <a:p>
            <a:pPr indent="-3581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no-NO"/>
              <a:t>Answer personalized relocation questions</a:t>
            </a:r>
            <a:endParaRPr/>
          </a:p>
          <a:p>
            <a:pPr indent="-3581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no-NO"/>
              <a:t>Summarize complicated housing regulations</a:t>
            </a:r>
            <a:endParaRPr/>
          </a:p>
          <a:p>
            <a:pPr indent="-3581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no-NO"/>
              <a:t>Translate communication with landlords</a:t>
            </a:r>
            <a:endParaRPr/>
          </a:p>
          <a:p>
            <a:pPr indent="-3581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no-NO"/>
              <a:t>Generate step-by-step relocation plans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 Concept</a:t>
            </a:r>
            <a:endParaRPr/>
          </a:p>
        </p:txBody>
      </p:sp>
      <p:sp>
        <p:nvSpPr>
          <p:cNvPr id="123" name="Google Shape;123;p6"/>
          <p:cNvSpPr txBox="1"/>
          <p:nvPr>
            <p:ph idx="1" type="body"/>
          </p:nvPr>
        </p:nvSpPr>
        <p:spPr>
          <a:xfrm>
            <a:off x="457200" y="141763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no-NO"/>
              <a:t>Data Sources:</a:t>
            </a:r>
            <a:endParaRPr/>
          </a:p>
          <a:p>
            <a:pPr indent="-35814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Housing regulations and rental procedures</a:t>
            </a:r>
            <a:endParaRPr/>
          </a:p>
          <a:p>
            <a:pPr indent="-35814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Cost-of-living datasets</a:t>
            </a:r>
            <a:endParaRPr/>
          </a:p>
          <a:p>
            <a:pPr indent="-35814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Public housing and migration datasets</a:t>
            </a:r>
            <a:endParaRPr/>
          </a:p>
          <a:p>
            <a:pPr indent="-35814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Visa requirements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no-NO"/>
              <a:t>AI System:</a:t>
            </a:r>
            <a:endParaRPr/>
          </a:p>
          <a:p>
            <a:pPr indent="-35814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AI agent</a:t>
            </a:r>
            <a:endParaRPr/>
          </a:p>
          <a:p>
            <a:pPr indent="-35814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Retrieval system for country-specific information</a:t>
            </a:r>
            <a:endParaRPr/>
          </a:p>
          <a:p>
            <a:pPr indent="-35814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Translation tools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 Viable Product (MVP)</a:t>
            </a:r>
            <a:endParaRPr/>
          </a:p>
        </p:txBody>
      </p:sp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457200" y="15470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Our MVP will focus on a small number of locations.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no-NO"/>
              <a:t>Features: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AI chatbot for housing questions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Housing law summaries for selected countries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Cost-of-living and rent estimates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Landlord communication support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Example: 'What do I need to rent an apartment in Germany?'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 &amp; Risks</a:t>
            </a:r>
            <a:endParaRPr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457200" y="1493875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no-NO"/>
              <a:t>Key challenges: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Verifying housing law accuracy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Regulations changing frequently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Ensuring reliable data sources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Building trust in AI recommendations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no-NO"/>
              <a:t>Future improvements: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More countries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Real-time housing listings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Partnerships with relocation services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457200" y="1493874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NestGPT simplifies international relocation.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no-NO"/>
              <a:t>Instead of searching dozens of websites, users receive: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Clear answers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Reliable housing guidance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no-NO"/>
              <a:t>Personalized relocation help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no-NO"/>
              <a:t>AI can transform how people prepare to live abroad.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no-NO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